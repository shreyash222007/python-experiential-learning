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7" r:id="rId9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gvx3OWFok/wUG24RwDzVA91p7S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>
        <p:scale>
          <a:sx n="75" d="100"/>
          <a:sy n="75" d="100"/>
        </p:scale>
        <p:origin x="1666" y="125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S. B. Jain Institute of Technology Management and research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a5c084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a5c084c8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f9a5c084c8_0_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32d0224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732d02244_0_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g3f732d02244_0_7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732d0224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732d02244_0_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f732d02244_0_15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32d0224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732d02244_0_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732d02244_0_2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732d0224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732d02244_0_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f732d02244_0_43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732d0224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732d02244_0_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732d02244_0_7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 extrusionOk="0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 extrusionOk="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noFill/>
          <a:ln w="9525" cap="flat" cmpd="sng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Expense Tracker</a:t>
            </a:r>
            <a: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: Shreyash Amle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[CM25052]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endParaRPr sz="180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Mayuri Getme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Session:2026-27 (ODD 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CSE(AI&amp;ML)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B. JAIN INSTITUTE OF TECHNOLOGY MANAGEMENT AND RESEARCH,NAGPUR</a:t>
            </a:r>
            <a:endParaRPr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Autonomous Institute, Affiliated to RTMNU, Nagpur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" descr="C:\Users\PROJECT LAB\Desktop\Colleg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8575" y="3286617"/>
            <a:ext cx="146685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6375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)</a:t>
            </a:r>
            <a:endParaRPr sz="1400" b="1"/>
          </a:p>
        </p:txBody>
      </p:sp>
      <p:sp>
        <p:nvSpPr>
          <p:cNvPr id="2" name="Google Shape;65;p2">
            <a:extLst>
              <a:ext uri="{FF2B5EF4-FFF2-40B4-BE49-F238E27FC236}">
                <a16:creationId xmlns:a16="http://schemas.microsoft.com/office/drawing/2014/main" id="{BE6A91B9-A159-3264-EC1A-AF19AA828EDF}"/>
              </a:ext>
            </a:extLst>
          </p:cNvPr>
          <p:cNvSpPr txBox="1">
            <a:spLocks/>
          </p:cNvSpPr>
          <p:nvPr/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2700">
              <a:lnSpc>
                <a:spcPct val="118750"/>
              </a:lnSpc>
            </a:pPr>
            <a:r>
              <a:rPr lang="en-US"/>
              <a:t>S. B. Jain Institute of Technology Management and Research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670559" y="390209"/>
            <a:ext cx="7803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Contents</a:t>
            </a:r>
            <a:endParaRPr sz="2500" b="1"/>
          </a:p>
        </p:txBody>
      </p:sp>
      <p:sp>
        <p:nvSpPr>
          <p:cNvPr id="64" name="Google Shape;64;p2"/>
          <p:cNvSpPr txBox="1">
            <a:spLocks noGrp="1"/>
          </p:cNvSpPr>
          <p:nvPr>
            <p:ph type="body" idx="1"/>
          </p:nvPr>
        </p:nvSpPr>
        <p:spPr>
          <a:xfrm>
            <a:off x="762000" y="914400"/>
            <a:ext cx="7471500" cy="23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Problem statement</a:t>
            </a:r>
            <a:endParaRPr sz="1900" dirty="0"/>
          </a:p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Objectives</a:t>
            </a:r>
            <a:endParaRPr sz="1900" dirty="0"/>
          </a:p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Algorithm</a:t>
            </a:r>
            <a:endParaRPr sz="1900" dirty="0"/>
          </a:p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Flowchart/pseudocode</a:t>
            </a:r>
            <a:endParaRPr sz="1900" dirty="0"/>
          </a:p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Understanding of Python logic</a:t>
            </a:r>
            <a:endParaRPr sz="1900" dirty="0"/>
          </a:p>
          <a:p>
            <a:pPr marL="28575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 dirty="0"/>
              <a:t>GitHub account, repository creation, uploading code, meaningful commits, collaboration, individual contribution</a:t>
            </a:r>
            <a:endParaRPr sz="1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5" name="Google Shape;65;p2"/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a5c084c8_0_0"/>
          <p:cNvSpPr txBox="1">
            <a:spLocks noGrp="1"/>
          </p:cNvSpPr>
          <p:nvPr>
            <p:ph type="title"/>
          </p:nvPr>
        </p:nvSpPr>
        <p:spPr>
          <a:xfrm>
            <a:off x="583584" y="332209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1. Problem Statement</a:t>
            </a:r>
            <a:endParaRPr sz="2500" b="1"/>
          </a:p>
        </p:txBody>
      </p:sp>
      <p:sp>
        <p:nvSpPr>
          <p:cNvPr id="72" name="Google Shape;72;g3f9a5c084c8_0_0"/>
          <p:cNvSpPr txBox="1">
            <a:spLocks noGrp="1"/>
          </p:cNvSpPr>
          <p:nvPr>
            <p:ph type="body" idx="1"/>
          </p:nvPr>
        </p:nvSpPr>
        <p:spPr>
          <a:xfrm>
            <a:off x="583584" y="332209"/>
            <a:ext cx="7471500" cy="193052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508000" marR="38100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Personal Expense Tracker :</a:t>
            </a:r>
          </a:p>
          <a:p>
            <a:pPr marL="508000" marR="38100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600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Develop a Python-based application that allows users to track their daily expenses, categorize them, and generate monthly reports in a visual format using libraries like Matplotlib or Seaborn.</a:t>
            </a:r>
            <a:endParaRPr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78;g3f732d02244_0_1">
            <a:extLst>
              <a:ext uri="{FF2B5EF4-FFF2-40B4-BE49-F238E27FC236}">
                <a16:creationId xmlns:a16="http://schemas.microsoft.com/office/drawing/2014/main" id="{FA252EEB-013D-D775-7BCD-8FFF42AAF351}"/>
              </a:ext>
            </a:extLst>
          </p:cNvPr>
          <p:cNvSpPr txBox="1">
            <a:spLocks/>
          </p:cNvSpPr>
          <p:nvPr/>
        </p:nvSpPr>
        <p:spPr>
          <a:xfrm>
            <a:off x="680383" y="2803885"/>
            <a:ext cx="7803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b="1" dirty="0"/>
              <a:t>2. Objective</a:t>
            </a:r>
          </a:p>
        </p:txBody>
      </p:sp>
      <p:sp>
        <p:nvSpPr>
          <p:cNvPr id="3" name="Google Shape;79;g3f732d02244_0_1">
            <a:extLst>
              <a:ext uri="{FF2B5EF4-FFF2-40B4-BE49-F238E27FC236}">
                <a16:creationId xmlns:a16="http://schemas.microsoft.com/office/drawing/2014/main" id="{7E1C023B-4C13-E5B6-D6DE-58D9ADC8DAA0}"/>
              </a:ext>
            </a:extLst>
          </p:cNvPr>
          <p:cNvSpPr txBox="1">
            <a:spLocks/>
          </p:cNvSpPr>
          <p:nvPr/>
        </p:nvSpPr>
        <p:spPr>
          <a:xfrm>
            <a:off x="915084" y="3188785"/>
            <a:ext cx="7471500" cy="370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699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develop a personal expense tracking application using Python.</a:t>
            </a:r>
          </a:p>
          <a:p>
            <a:pPr marL="469900" indent="-342900">
              <a:lnSpc>
                <a:spcPct val="115000"/>
              </a:lnSpc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record expenses with amount, category, and date.</a:t>
            </a:r>
          </a:p>
          <a:p>
            <a:pPr marL="469900" indent="-342900">
              <a:lnSpc>
                <a:spcPct val="115000"/>
              </a:lnSpc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 categorize expenses into groups such as Food, Travel, Shopping, Bills, and Others.</a:t>
            </a:r>
          </a:p>
          <a:p>
            <a:pPr marL="469900" indent="-342900">
              <a:lnSpc>
                <a:spcPct val="115000"/>
              </a:lnSpc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display all recorded expenses in a formatted manner</a:t>
            </a:r>
          </a:p>
          <a:p>
            <a:pPr marL="469900" indent="-342900">
              <a:lnSpc>
                <a:spcPct val="115000"/>
              </a:lnSpc>
              <a:buClr>
                <a:schemeClr val="dk1"/>
              </a:buClr>
              <a:buSzPts val="1600"/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understand the basics of Python programming such as lists, loops, functions, and conditional statements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0" indent="0">
              <a:lnSpc>
                <a:spcPct val="115000"/>
              </a:lnSpc>
              <a:spcBef>
                <a:spcPts val="1200"/>
              </a:spcBef>
            </a:pPr>
            <a:endParaRPr lang="en-US" sz="1100" b="1" dirty="0">
              <a:latin typeface="Arial"/>
              <a:ea typeface="Arial"/>
              <a:cs typeface="Arial"/>
              <a:sym typeface="Arial"/>
            </a:endParaRPr>
          </a:p>
          <a:p>
            <a:pPr marR="381000" indent="0">
              <a:lnSpc>
                <a:spcPct val="115000"/>
              </a:lnSpc>
              <a:spcBef>
                <a:spcPts val="1200"/>
              </a:spcBef>
            </a:pPr>
            <a:r>
              <a:rPr lang="en-US" sz="1600" dirty="0"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indent="0">
              <a:spcBef>
                <a:spcPts val="1200"/>
              </a:spcBef>
            </a:pPr>
            <a:endParaRPr lang="en-US" dirty="0"/>
          </a:p>
        </p:txBody>
      </p:sp>
      <p:sp>
        <p:nvSpPr>
          <p:cNvPr id="4" name="Google Shape;65;p2">
            <a:extLst>
              <a:ext uri="{FF2B5EF4-FFF2-40B4-BE49-F238E27FC236}">
                <a16:creationId xmlns:a16="http://schemas.microsoft.com/office/drawing/2014/main" id="{77021934-2E97-E58D-CAEB-E4C980BE3A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32d02244_0_7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3. Algorithm</a:t>
            </a:r>
            <a:endParaRPr sz="2500" b="1"/>
          </a:p>
        </p:txBody>
      </p:sp>
      <p:sp>
        <p:nvSpPr>
          <p:cNvPr id="86" name="Google Shape;86;g3f732d02244_0_7"/>
          <p:cNvSpPr txBox="1">
            <a:spLocks noGrp="1"/>
          </p:cNvSpPr>
          <p:nvPr>
            <p:ph type="body" idx="1"/>
          </p:nvPr>
        </p:nvSpPr>
        <p:spPr>
          <a:xfrm>
            <a:off x="670550" y="1151225"/>
            <a:ext cx="7471500" cy="45858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571500" lvl="0" indent="-342900">
              <a:buFont typeface="+mj-lt"/>
              <a:buAutoNum type="arabicPeriod"/>
            </a:pPr>
            <a:r>
              <a:rPr lang="en-IN" dirty="0"/>
              <a:t>Start the program.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Create an empty list named expenses.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Display the main menu.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If the user selects </a:t>
            </a:r>
            <a:r>
              <a:rPr lang="en-IN" b="1" dirty="0"/>
              <a:t>Add Expense</a:t>
            </a:r>
            <a:r>
              <a:rPr lang="en-IN" dirty="0"/>
              <a:t>: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Enter Date.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Enter Amount.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Enter Category.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Enter Description.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Store the expense in the list.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If the user selects </a:t>
            </a:r>
            <a:r>
              <a:rPr lang="en-IN" b="1" dirty="0"/>
              <a:t>View Expenses</a:t>
            </a:r>
            <a:r>
              <a:rPr lang="en-IN" dirty="0"/>
              <a:t>: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Check if the list is empty.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If empty, display "No Expenses Found". </a:t>
            </a:r>
          </a:p>
          <a:p>
            <a:pPr marL="1028700" lvl="1" indent="-342900">
              <a:buFont typeface="Arial" panose="020B0604020202020204" pitchFamily="34" charset="0"/>
              <a:buChar char="•"/>
            </a:pPr>
            <a:r>
              <a:rPr lang="en-IN" dirty="0"/>
              <a:t>Otherwise, display all expenses.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If the user selects </a:t>
            </a:r>
            <a:r>
              <a:rPr lang="en-IN" b="1" dirty="0"/>
              <a:t>Exit</a:t>
            </a:r>
            <a:r>
              <a:rPr lang="en-IN" dirty="0"/>
              <a:t>, terminate the program. </a:t>
            </a:r>
          </a:p>
          <a:p>
            <a:pPr marL="571500" lvl="0" indent="-342900">
              <a:buFont typeface="+mj-lt"/>
              <a:buAutoNum type="arabicPeriod"/>
            </a:pPr>
            <a:r>
              <a:rPr lang="en-IN" dirty="0"/>
              <a:t>Stop.</a:t>
            </a: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5;p2">
            <a:extLst>
              <a:ext uri="{FF2B5EF4-FFF2-40B4-BE49-F238E27FC236}">
                <a16:creationId xmlns:a16="http://schemas.microsoft.com/office/drawing/2014/main" id="{CCA5E8E2-4ADB-7CBA-A2EC-9A5E08D20ED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32d02244_0_15"/>
          <p:cNvSpPr txBox="1">
            <a:spLocks noGrp="1"/>
          </p:cNvSpPr>
          <p:nvPr>
            <p:ph type="title"/>
          </p:nvPr>
        </p:nvSpPr>
        <p:spPr>
          <a:xfrm>
            <a:off x="583525" y="375683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4. Flowchart</a:t>
            </a:r>
            <a:endParaRPr sz="2500" b="1"/>
          </a:p>
        </p:txBody>
      </p:sp>
      <p:sp>
        <p:nvSpPr>
          <p:cNvPr id="93" name="Google Shape;93;g3f732d02244_0_15"/>
          <p:cNvSpPr txBox="1">
            <a:spLocks noGrp="1"/>
          </p:cNvSpPr>
          <p:nvPr>
            <p:ph type="body" idx="1"/>
          </p:nvPr>
        </p:nvSpPr>
        <p:spPr>
          <a:xfrm rot="10800000" flipH="1">
            <a:off x="670550" y="1683825"/>
            <a:ext cx="7471500" cy="714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94;g3f732d02244_0_15">
            <a:extLst>
              <a:ext uri="{FF2B5EF4-FFF2-40B4-BE49-F238E27FC236}">
                <a16:creationId xmlns:a16="http://schemas.microsoft.com/office/drawing/2014/main" id="{96E67A4F-1320-76DD-9B59-CC0C38F958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525" y="839399"/>
            <a:ext cx="7370772" cy="543358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5;p2">
            <a:extLst>
              <a:ext uri="{FF2B5EF4-FFF2-40B4-BE49-F238E27FC236}">
                <a16:creationId xmlns:a16="http://schemas.microsoft.com/office/drawing/2014/main" id="{4FF937EF-0DBA-7E21-01D3-A64D7A3775A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732d02244_0_21"/>
          <p:cNvSpPr txBox="1">
            <a:spLocks noGrp="1"/>
          </p:cNvSpPr>
          <p:nvPr>
            <p:ph type="title"/>
          </p:nvPr>
        </p:nvSpPr>
        <p:spPr>
          <a:xfrm>
            <a:off x="786500" y="382775"/>
            <a:ext cx="7803000" cy="3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5. Understanding of python logic</a:t>
            </a:r>
            <a:endParaRPr sz="2500" b="1"/>
          </a:p>
        </p:txBody>
      </p:sp>
      <p:sp>
        <p:nvSpPr>
          <p:cNvPr id="101" name="Google Shape;101;g3f732d02244_0_21"/>
          <p:cNvSpPr txBox="1">
            <a:spLocks noGrp="1"/>
          </p:cNvSpPr>
          <p:nvPr>
            <p:ph type="body" idx="1"/>
          </p:nvPr>
        </p:nvSpPr>
        <p:spPr>
          <a:xfrm>
            <a:off x="786500" y="1128377"/>
            <a:ext cx="7471500" cy="534684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dirty="0"/>
              <a:t>The project is based on fundamental Python concepts: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List:</a:t>
            </a:r>
            <a:r>
              <a:rPr lang="en-IN" sz="2000" dirty="0"/>
              <a:t> Stores all expense records.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Dictionary:</a:t>
            </a:r>
            <a:r>
              <a:rPr lang="en-IN" sz="2000" dirty="0"/>
              <a:t> Stores details of each expense (Date, Amount, Category, Description).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Functions:</a:t>
            </a:r>
            <a:r>
              <a:rPr lang="en-IN" sz="2000" dirty="0"/>
              <a:t> Separate tasks such as adding and viewing expenses.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While Loop:</a:t>
            </a:r>
            <a:r>
              <a:rPr lang="en-IN" sz="2000" dirty="0"/>
              <a:t> Keeps the menu running until the user exits.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If-Else Statements:</a:t>
            </a:r>
            <a:r>
              <a:rPr lang="en-IN" sz="2000" dirty="0"/>
              <a:t> Executes different operations based on the user's choice.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Try-Except:</a:t>
            </a:r>
            <a:r>
              <a:rPr lang="en-IN" sz="2000" dirty="0"/>
              <a:t> Handles invalid input (such as entering text instead of numbers).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append():</a:t>
            </a:r>
            <a:r>
              <a:rPr lang="en-IN" sz="2000" dirty="0"/>
              <a:t> Adds a new expense to the list.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for Loop:</a:t>
            </a:r>
            <a:r>
              <a:rPr lang="en-IN" sz="2000" dirty="0"/>
              <a:t> Displays all stored expenses one by one.</a:t>
            </a: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5;p2">
            <a:extLst>
              <a:ext uri="{FF2B5EF4-FFF2-40B4-BE49-F238E27FC236}">
                <a16:creationId xmlns:a16="http://schemas.microsoft.com/office/drawing/2014/main" id="{CFD037A5-7182-580A-1BB8-9A3904A84C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32d02244_0_43"/>
          <p:cNvSpPr txBox="1">
            <a:spLocks noGrp="1"/>
          </p:cNvSpPr>
          <p:nvPr>
            <p:ph type="title"/>
          </p:nvPr>
        </p:nvSpPr>
        <p:spPr>
          <a:xfrm>
            <a:off x="588775" y="317729"/>
            <a:ext cx="7803000" cy="827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>
                <a:latin typeface="Calibri"/>
                <a:ea typeface="Calibri"/>
                <a:cs typeface="Calibri"/>
                <a:sym typeface="Calibri"/>
              </a:rPr>
              <a:t>7. GitHub Account, Repository &amp; Collaboration</a:t>
            </a:r>
            <a:endParaRPr sz="25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/>
          </a:p>
        </p:txBody>
      </p:sp>
      <p:sp>
        <p:nvSpPr>
          <p:cNvPr id="117" name="Google Shape;117;g3f732d02244_0_43"/>
          <p:cNvSpPr txBox="1">
            <a:spLocks noGrp="1"/>
          </p:cNvSpPr>
          <p:nvPr>
            <p:ph type="body" idx="1"/>
          </p:nvPr>
        </p:nvSpPr>
        <p:spPr>
          <a:xfrm>
            <a:off x="588775" y="1074825"/>
            <a:ext cx="7471500" cy="14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f732d02244_0_43"/>
          <p:cNvSpPr txBox="1"/>
          <p:nvPr/>
        </p:nvSpPr>
        <p:spPr>
          <a:xfrm>
            <a:off x="974822" y="1259400"/>
            <a:ext cx="78030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Account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GitHub account. 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Username: </a:t>
            </a:r>
            <a:r>
              <a:rPr lang="en-IN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your_username</a:t>
            </a:r>
            <a:endParaRPr lang="en-IN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IN" sz="20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Repository Name Creation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repository - Personal-Expense-Tracker</a:t>
            </a:r>
          </a:p>
          <a:p>
            <a:pPr lvl="0"/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 Code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 the Python project file (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EXP-Phase-1.py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 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README.md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file explaining the project. </a:t>
            </a:r>
          </a:p>
          <a:p>
            <a:pPr lvl="0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 all changes to GitHub.</a:t>
            </a:r>
          </a:p>
          <a:p>
            <a:pPr lvl="0"/>
            <a:endParaRPr lang="en-IN" sz="1600" dirty="0"/>
          </a:p>
          <a:p>
            <a:pPr lvl="0"/>
            <a:endParaRPr lang="en-IN" sz="1600" b="1" dirty="0"/>
          </a:p>
        </p:txBody>
      </p:sp>
      <p:sp>
        <p:nvSpPr>
          <p:cNvPr id="2" name="Google Shape;65;p2">
            <a:extLst>
              <a:ext uri="{FF2B5EF4-FFF2-40B4-BE49-F238E27FC236}">
                <a16:creationId xmlns:a16="http://schemas.microsoft.com/office/drawing/2014/main" id="{F6520E8F-AA04-EE46-257A-BF10D238007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732d02244_0_71"/>
          <p:cNvSpPr txBox="1">
            <a:spLocks noGrp="1"/>
          </p:cNvSpPr>
          <p:nvPr>
            <p:ph type="body" idx="1"/>
          </p:nvPr>
        </p:nvSpPr>
        <p:spPr>
          <a:xfrm>
            <a:off x="670550" y="886350"/>
            <a:ext cx="7471500" cy="14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f732d02244_0_71"/>
          <p:cNvSpPr txBox="1"/>
          <p:nvPr/>
        </p:nvSpPr>
        <p:spPr>
          <a:xfrm flipH="1">
            <a:off x="3072000" y="2474700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0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65;p2">
            <a:extLst>
              <a:ext uri="{FF2B5EF4-FFF2-40B4-BE49-F238E27FC236}">
                <a16:creationId xmlns:a16="http://schemas.microsoft.com/office/drawing/2014/main" id="{D8BA06E7-F1A1-76F5-695C-D08F386865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3442" y="6467791"/>
            <a:ext cx="5123795" cy="21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S. B. Jain Institute of Technology Management and Research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Microsoft Office PowerPoint</Application>
  <PresentationFormat>On-screen Show (4:3)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Experiential Learning Project Assessment-I on “Personal Expense Tracker” under the course Python Programming Language (N-PCCCM304P) </vt:lpstr>
      <vt:lpstr>Contents</vt:lpstr>
      <vt:lpstr>1. Problem Statement</vt:lpstr>
      <vt:lpstr>3. Algorithm</vt:lpstr>
      <vt:lpstr>4. Flowchart</vt:lpstr>
      <vt:lpstr>5. Understanding of python logic</vt:lpstr>
      <vt:lpstr>7. GitHub Account, Repository &amp; Collaboration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MRS. MAYURI GETME</dc:creator>
  <cp:lastModifiedBy>Shreyash Amle</cp:lastModifiedBy>
  <cp:revision>1</cp:revision>
  <dcterms:created xsi:type="dcterms:W3CDTF">2021-03-08T15:20:31Z</dcterms:created>
  <dcterms:modified xsi:type="dcterms:W3CDTF">2026-08-19T15:33:49Z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